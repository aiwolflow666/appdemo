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467995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15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840"/>
        <p:guide pos="15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5000" y="1995601"/>
            <a:ext cx="3510000" cy="4245237"/>
          </a:xfrm>
        </p:spPr>
        <p:txBody>
          <a:bodyPr anchor="b"/>
          <a:lstStyle>
            <a:lvl1pPr algn="ctr"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5000" y="6404551"/>
            <a:ext cx="3510000" cy="2944003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20"/>
            </a:lvl3pPr>
            <a:lvl4pPr marL="702310" indent="0" algn="ctr">
              <a:buNone/>
              <a:defRPr sz="820"/>
            </a:lvl4pPr>
            <a:lvl5pPr marL="935990" indent="0" algn="ctr">
              <a:buNone/>
              <a:defRPr sz="820"/>
            </a:lvl5pPr>
            <a:lvl6pPr marL="1170305" indent="0" algn="ctr">
              <a:buNone/>
              <a:defRPr sz="820"/>
            </a:lvl6pPr>
            <a:lvl7pPr marL="1403985" indent="0" algn="ctr">
              <a:buNone/>
              <a:defRPr sz="820"/>
            </a:lvl7pPr>
            <a:lvl8pPr marL="1638300" indent="0" algn="ctr">
              <a:buNone/>
              <a:defRPr sz="820"/>
            </a:lvl8pPr>
            <a:lvl9pPr marL="1871980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312" y="3039975"/>
            <a:ext cx="4036500" cy="5072267"/>
          </a:xfrm>
        </p:spPr>
        <p:txBody>
          <a:bodyPr anchor="b"/>
          <a:lstStyle>
            <a:lvl1pPr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312" y="8160227"/>
            <a:ext cx="4036500" cy="2667385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599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03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39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3830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198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17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692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649205"/>
            <a:ext cx="4036500" cy="235689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360" y="2989167"/>
            <a:ext cx="1979859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2360" y="4454112"/>
            <a:ext cx="1979859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69250" y="2989167"/>
            <a:ext cx="1989610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69250" y="4454112"/>
            <a:ext cx="1989610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>
              <a:defRPr sz="1640"/>
            </a:lvl1pPr>
            <a:lvl2pPr>
              <a:defRPr sz="143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3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5990" indent="0">
              <a:buNone/>
              <a:defRPr sz="1025"/>
            </a:lvl5pPr>
            <a:lvl6pPr marL="1170305" indent="0">
              <a:buNone/>
              <a:defRPr sz="1025"/>
            </a:lvl6pPr>
            <a:lvl7pPr marL="1403985" indent="0">
              <a:buNone/>
              <a:defRPr sz="1025"/>
            </a:lvl7pPr>
            <a:lvl8pPr marL="1638300" indent="0">
              <a:buNone/>
              <a:defRPr sz="1025"/>
            </a:lvl8pPr>
            <a:lvl9pPr marL="1871980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49125" y="649205"/>
            <a:ext cx="1009125" cy="1033365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1750" y="649205"/>
            <a:ext cx="2968875" cy="1033365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1750" y="649205"/>
            <a:ext cx="4036500" cy="2356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1750" y="3246026"/>
            <a:ext cx="4036500" cy="773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17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0250" y="11301815"/>
            <a:ext cx="15795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052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840" indent="-116840" algn="l" defTabSz="467995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1pPr>
      <a:lvl2pPr marL="35115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483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1915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105283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52082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75514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93599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17030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8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63830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87198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39957" y="84658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11Part5(1)</a:t>
            </a:r>
            <a:endParaRPr lang="en-US" altLang="zh-CN" sz="1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91160"/>
            <a:ext cx="4257675" cy="39598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" y="4304665"/>
            <a:ext cx="3802380" cy="46939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925" y="8926195"/>
            <a:ext cx="3331845" cy="269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301577" y="416411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11Part5(2)</a:t>
            </a:r>
            <a:endParaRPr lang="en-US" altLang="zh-CN" sz="1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985" y="723265"/>
            <a:ext cx="4009390" cy="35026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0" y="4017645"/>
            <a:ext cx="3343910" cy="41573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8433435"/>
            <a:ext cx="3625215" cy="35769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chaoqun wang</dc:creator>
  <cp:lastModifiedBy>Mercury</cp:lastModifiedBy>
  <cp:revision>6</cp:revision>
  <dcterms:created xsi:type="dcterms:W3CDTF">2023-08-09T12:44:00Z</dcterms:created>
  <dcterms:modified xsi:type="dcterms:W3CDTF">2026-05-22T13:17:09Z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A0744A42E75B4CBF9C0D2E672C748E6B_12</vt:lpwstr>
  </property>
</Properties>
</file>