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5Part5(1)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490220"/>
            <a:ext cx="3959860" cy="3469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4162425"/>
            <a:ext cx="3495040" cy="4837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5" y="9090660"/>
            <a:ext cx="364363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5Part5(2)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515620"/>
            <a:ext cx="3691255" cy="3195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" y="3711575"/>
            <a:ext cx="3634105" cy="47580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8822690"/>
            <a:ext cx="3524250" cy="266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15</cp:revision>
  <dcterms:created xsi:type="dcterms:W3CDTF">2023-08-09T12:44:00Z</dcterms:created>
  <dcterms:modified xsi:type="dcterms:W3CDTF">2026-05-22T13:47:40Z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A0744A42E75B4CBF9C0D2E672C748E6B_12</vt:lpwstr>
  </property>
</Properties>
</file>