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3Part5(1)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" y="469900"/>
            <a:ext cx="3667125" cy="29476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" y="3413125"/>
            <a:ext cx="3571875" cy="43103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" y="7802245"/>
            <a:ext cx="1576705" cy="600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55" y="8481060"/>
            <a:ext cx="3667125" cy="3634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208766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3Part5(2)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515620"/>
            <a:ext cx="3638550" cy="30911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15" y="3713480"/>
            <a:ext cx="3557905" cy="4286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" y="8266430"/>
            <a:ext cx="3619500" cy="3829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18</cp:revision>
  <dcterms:created xsi:type="dcterms:W3CDTF">2023-08-09T12:44:00Z</dcterms:created>
  <dcterms:modified xsi:type="dcterms:W3CDTF">2026-05-22T13:56:45Z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A0744A42E75B4CBF9C0D2E672C748E6B_12</vt:lpwstr>
  </property>
</Properties>
</file>