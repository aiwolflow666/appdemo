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4679950" cy="12192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15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3840"/>
        <p:guide pos="15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5000" y="1995601"/>
            <a:ext cx="3510000" cy="4245237"/>
          </a:xfrm>
        </p:spPr>
        <p:txBody>
          <a:bodyPr anchor="b"/>
          <a:lstStyle>
            <a:lvl1pPr algn="ctr"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5000" y="6404551"/>
            <a:ext cx="3510000" cy="2944003"/>
          </a:xfrm>
        </p:spPr>
        <p:txBody>
          <a:bodyPr/>
          <a:lstStyle>
            <a:lvl1pPr marL="0" indent="0" algn="ctr">
              <a:buNone/>
              <a:defRPr sz="1230"/>
            </a:lvl1pPr>
            <a:lvl2pPr marL="234315" indent="0" algn="ctr">
              <a:buNone/>
              <a:defRPr sz="1025"/>
            </a:lvl2pPr>
            <a:lvl3pPr marL="467995" indent="0" algn="ctr">
              <a:buNone/>
              <a:defRPr sz="920"/>
            </a:lvl3pPr>
            <a:lvl4pPr marL="702310" indent="0" algn="ctr">
              <a:buNone/>
              <a:defRPr sz="820"/>
            </a:lvl4pPr>
            <a:lvl5pPr marL="935990" indent="0" algn="ctr">
              <a:buNone/>
              <a:defRPr sz="820"/>
            </a:lvl5pPr>
            <a:lvl6pPr marL="1170305" indent="0" algn="ctr">
              <a:buNone/>
              <a:defRPr sz="820"/>
            </a:lvl6pPr>
            <a:lvl7pPr marL="1403985" indent="0" algn="ctr">
              <a:buNone/>
              <a:defRPr sz="820"/>
            </a:lvl7pPr>
            <a:lvl8pPr marL="1638300" indent="0" algn="ctr">
              <a:buNone/>
              <a:defRPr sz="820"/>
            </a:lvl8pPr>
            <a:lvl9pPr marL="1871980" indent="0" algn="ctr">
              <a:buNone/>
              <a:defRPr sz="82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9312" y="3039975"/>
            <a:ext cx="4036500" cy="5072267"/>
          </a:xfrm>
        </p:spPr>
        <p:txBody>
          <a:bodyPr anchor="b"/>
          <a:lstStyle>
            <a:lvl1pPr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9312" y="8160227"/>
            <a:ext cx="4036500" cy="2667385"/>
          </a:xfrm>
        </p:spPr>
        <p:txBody>
          <a:bodyPr/>
          <a:lstStyle>
            <a:lvl1pPr marL="0" indent="0">
              <a:buNone/>
              <a:defRPr sz="1230">
                <a:solidFill>
                  <a:schemeClr val="tx1">
                    <a:tint val="75000"/>
                  </a:schemeClr>
                </a:solidFill>
              </a:defRPr>
            </a:lvl1pPr>
            <a:lvl2pPr marL="234315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2pPr>
            <a:lvl3pPr marL="46799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3pPr>
            <a:lvl4pPr marL="70231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4pPr>
            <a:lvl5pPr marL="93599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5pPr>
            <a:lvl6pPr marL="117030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6pPr>
            <a:lvl7pPr marL="140398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7pPr>
            <a:lvl8pPr marL="163830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8pPr>
            <a:lvl9pPr marL="187198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17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692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649205"/>
            <a:ext cx="4036500" cy="235689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2360" y="2989167"/>
            <a:ext cx="1979859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2360" y="4454112"/>
            <a:ext cx="1979859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69250" y="2989167"/>
            <a:ext cx="1989610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369250" y="4454112"/>
            <a:ext cx="1989610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>
              <a:defRPr sz="1640"/>
            </a:lvl1pPr>
            <a:lvl2pPr>
              <a:defRPr sz="1435"/>
            </a:lvl2pPr>
            <a:lvl3pPr>
              <a:defRPr sz="1230"/>
            </a:lvl3pPr>
            <a:lvl4pPr>
              <a:defRPr sz="1025"/>
            </a:lvl4pPr>
            <a:lvl5pPr>
              <a:defRPr sz="1025"/>
            </a:lvl5pPr>
            <a:lvl6pPr>
              <a:defRPr sz="1025"/>
            </a:lvl6pPr>
            <a:lvl7pPr>
              <a:defRPr sz="1025"/>
            </a:lvl7pPr>
            <a:lvl8pPr>
              <a:defRPr sz="1025"/>
            </a:lvl8pPr>
            <a:lvl9pPr>
              <a:defRPr sz="10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 marL="0" indent="0">
              <a:buNone/>
              <a:defRPr sz="1640"/>
            </a:lvl1pPr>
            <a:lvl2pPr marL="234315" indent="0">
              <a:buNone/>
              <a:defRPr sz="1435"/>
            </a:lvl2pPr>
            <a:lvl3pPr marL="467995" indent="0">
              <a:buNone/>
              <a:defRPr sz="1230"/>
            </a:lvl3pPr>
            <a:lvl4pPr marL="702310" indent="0">
              <a:buNone/>
              <a:defRPr sz="1025"/>
            </a:lvl4pPr>
            <a:lvl5pPr marL="935990" indent="0">
              <a:buNone/>
              <a:defRPr sz="1025"/>
            </a:lvl5pPr>
            <a:lvl6pPr marL="1170305" indent="0">
              <a:buNone/>
              <a:defRPr sz="1025"/>
            </a:lvl6pPr>
            <a:lvl7pPr marL="1403985" indent="0">
              <a:buNone/>
              <a:defRPr sz="1025"/>
            </a:lvl7pPr>
            <a:lvl8pPr marL="1638300" indent="0">
              <a:buNone/>
              <a:defRPr sz="1025"/>
            </a:lvl8pPr>
            <a:lvl9pPr marL="1871980" indent="0">
              <a:buNone/>
              <a:defRPr sz="10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349125" y="649205"/>
            <a:ext cx="1009125" cy="1033365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1750" y="649205"/>
            <a:ext cx="2968875" cy="1033365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1750" y="649205"/>
            <a:ext cx="4036500" cy="2356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1750" y="3246026"/>
            <a:ext cx="4036500" cy="773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217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50250" y="11301815"/>
            <a:ext cx="15795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3052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67995" rtl="0" eaLnBrk="1" latinLnBrk="0" hangingPunct="1">
        <a:lnSpc>
          <a:spcPct val="90000"/>
        </a:lnSpc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840" indent="-116840" algn="l" defTabSz="467995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1pPr>
      <a:lvl2pPr marL="35115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2pPr>
      <a:lvl3pPr marL="58483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025" kern="1200">
          <a:solidFill>
            <a:schemeClr val="tx1"/>
          </a:solidFill>
          <a:latin typeface="+mn-lt"/>
          <a:ea typeface="+mn-ea"/>
          <a:cs typeface="+mn-cs"/>
        </a:defRPr>
      </a:lvl3pPr>
      <a:lvl4pPr marL="81915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105283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28714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52082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75514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98882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1pPr>
      <a:lvl2pPr marL="23431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2pPr>
      <a:lvl3pPr marL="46799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3pPr>
      <a:lvl4pPr marL="70231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93599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17030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8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63830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87198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39957" y="84658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6Part5(1)</a:t>
            </a:r>
            <a:endParaRPr lang="en-US" altLang="zh-CN" sz="14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75" y="391160"/>
            <a:ext cx="4146550" cy="36283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" y="4147820"/>
            <a:ext cx="3548380" cy="41814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60" y="8457565"/>
            <a:ext cx="3590925" cy="3367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1301577" y="208766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6Part5(2)</a:t>
            </a:r>
            <a:endParaRPr lang="en-US" altLang="zh-CN" sz="14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60" y="635000"/>
            <a:ext cx="3605530" cy="32054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05" y="3959860"/>
            <a:ext cx="3557905" cy="46723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" y="8751570"/>
            <a:ext cx="3552825" cy="28149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演示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chaoqun wang</dc:creator>
  <cp:lastModifiedBy>Mercury</cp:lastModifiedBy>
  <cp:revision>14</cp:revision>
  <dcterms:created xsi:type="dcterms:W3CDTF">2023-08-09T12:44:00Z</dcterms:created>
  <dcterms:modified xsi:type="dcterms:W3CDTF">2026-05-22T13:43:55Z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A0744A42E75B4CBF9C0D2E672C748E6B_12</vt:lpwstr>
  </property>
</Properties>
</file>