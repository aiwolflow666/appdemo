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4679950" cy="1219263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15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3840"/>
        <p:guide pos="15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5000" y="1995601"/>
            <a:ext cx="3510000" cy="4245237"/>
          </a:xfrm>
        </p:spPr>
        <p:txBody>
          <a:bodyPr anchor="b"/>
          <a:lstStyle>
            <a:lvl1pPr algn="ctr">
              <a:defRPr sz="30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5000" y="6404551"/>
            <a:ext cx="3510000" cy="2944003"/>
          </a:xfrm>
        </p:spPr>
        <p:txBody>
          <a:bodyPr/>
          <a:lstStyle>
            <a:lvl1pPr marL="0" indent="0" algn="ctr">
              <a:buNone/>
              <a:defRPr sz="1230"/>
            </a:lvl1pPr>
            <a:lvl2pPr marL="234315" indent="0" algn="ctr">
              <a:buNone/>
              <a:defRPr sz="1025"/>
            </a:lvl2pPr>
            <a:lvl3pPr marL="467995" indent="0" algn="ctr">
              <a:buNone/>
              <a:defRPr sz="920"/>
            </a:lvl3pPr>
            <a:lvl4pPr marL="702310" indent="0" algn="ctr">
              <a:buNone/>
              <a:defRPr sz="820"/>
            </a:lvl4pPr>
            <a:lvl5pPr marL="935990" indent="0" algn="ctr">
              <a:buNone/>
              <a:defRPr sz="820"/>
            </a:lvl5pPr>
            <a:lvl6pPr marL="1170305" indent="0" algn="ctr">
              <a:buNone/>
              <a:defRPr sz="820"/>
            </a:lvl6pPr>
            <a:lvl7pPr marL="1403985" indent="0" algn="ctr">
              <a:buNone/>
              <a:defRPr sz="820"/>
            </a:lvl7pPr>
            <a:lvl8pPr marL="1638300" indent="0" algn="ctr">
              <a:buNone/>
              <a:defRPr sz="820"/>
            </a:lvl8pPr>
            <a:lvl9pPr marL="1871980" indent="0" algn="ctr">
              <a:buNone/>
              <a:defRPr sz="82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19312" y="3039975"/>
            <a:ext cx="4036500" cy="5072267"/>
          </a:xfrm>
        </p:spPr>
        <p:txBody>
          <a:bodyPr anchor="b"/>
          <a:lstStyle>
            <a:lvl1pPr>
              <a:defRPr sz="307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19312" y="8160227"/>
            <a:ext cx="4036500" cy="2667385"/>
          </a:xfrm>
        </p:spPr>
        <p:txBody>
          <a:bodyPr/>
          <a:lstStyle>
            <a:lvl1pPr marL="0" indent="0">
              <a:buNone/>
              <a:defRPr sz="1230">
                <a:solidFill>
                  <a:schemeClr val="tx1">
                    <a:tint val="75000"/>
                  </a:schemeClr>
                </a:solidFill>
              </a:defRPr>
            </a:lvl1pPr>
            <a:lvl2pPr marL="234315" indent="0">
              <a:buNone/>
              <a:defRPr sz="1025">
                <a:solidFill>
                  <a:schemeClr val="tx1">
                    <a:tint val="75000"/>
                  </a:schemeClr>
                </a:solidFill>
              </a:defRPr>
            </a:lvl2pPr>
            <a:lvl3pPr marL="467995" indent="0">
              <a:buNone/>
              <a:defRPr sz="920">
                <a:solidFill>
                  <a:schemeClr val="tx1">
                    <a:tint val="75000"/>
                  </a:schemeClr>
                </a:solidFill>
              </a:defRPr>
            </a:lvl3pPr>
            <a:lvl4pPr marL="70231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4pPr>
            <a:lvl5pPr marL="93599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5pPr>
            <a:lvl6pPr marL="117030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6pPr>
            <a:lvl7pPr marL="140398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7pPr>
            <a:lvl8pPr marL="163830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8pPr>
            <a:lvl9pPr marL="187198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1750" y="3246026"/>
            <a:ext cx="1989000" cy="773683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69250" y="3246026"/>
            <a:ext cx="1989000" cy="773683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649205"/>
            <a:ext cx="4036500" cy="235689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2360" y="2989167"/>
            <a:ext cx="1979859" cy="1464945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20" b="1"/>
            </a:lvl3pPr>
            <a:lvl4pPr marL="702310" indent="0">
              <a:buNone/>
              <a:defRPr sz="820" b="1"/>
            </a:lvl4pPr>
            <a:lvl5pPr marL="935990" indent="0">
              <a:buNone/>
              <a:defRPr sz="820" b="1"/>
            </a:lvl5pPr>
            <a:lvl6pPr marL="1170305" indent="0">
              <a:buNone/>
              <a:defRPr sz="820" b="1"/>
            </a:lvl6pPr>
            <a:lvl7pPr marL="1403985" indent="0">
              <a:buNone/>
              <a:defRPr sz="820" b="1"/>
            </a:lvl7pPr>
            <a:lvl8pPr marL="1638300" indent="0">
              <a:buNone/>
              <a:defRPr sz="820" b="1"/>
            </a:lvl8pPr>
            <a:lvl9pPr marL="1871980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2360" y="4454112"/>
            <a:ext cx="1979859" cy="65513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69250" y="2989167"/>
            <a:ext cx="1989610" cy="1464945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20" b="1"/>
            </a:lvl3pPr>
            <a:lvl4pPr marL="702310" indent="0">
              <a:buNone/>
              <a:defRPr sz="820" b="1"/>
            </a:lvl4pPr>
            <a:lvl5pPr marL="935990" indent="0">
              <a:buNone/>
              <a:defRPr sz="820" b="1"/>
            </a:lvl5pPr>
            <a:lvl6pPr marL="1170305" indent="0">
              <a:buNone/>
              <a:defRPr sz="820" b="1"/>
            </a:lvl6pPr>
            <a:lvl7pPr marL="1403985" indent="0">
              <a:buNone/>
              <a:defRPr sz="820" b="1"/>
            </a:lvl7pPr>
            <a:lvl8pPr marL="1638300" indent="0">
              <a:buNone/>
              <a:defRPr sz="820" b="1"/>
            </a:lvl8pPr>
            <a:lvl9pPr marL="1871980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369250" y="4454112"/>
            <a:ext cx="1989610" cy="655132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812918"/>
            <a:ext cx="1509422" cy="2845212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9610" y="1755677"/>
            <a:ext cx="2369250" cy="8665477"/>
          </a:xfrm>
        </p:spPr>
        <p:txBody>
          <a:bodyPr/>
          <a:lstStyle>
            <a:lvl1pPr>
              <a:defRPr sz="1640"/>
            </a:lvl1pPr>
            <a:lvl2pPr>
              <a:defRPr sz="1435"/>
            </a:lvl2pPr>
            <a:lvl3pPr>
              <a:defRPr sz="1230"/>
            </a:lvl3pPr>
            <a:lvl4pPr>
              <a:defRPr sz="1025"/>
            </a:lvl4pPr>
            <a:lvl5pPr>
              <a:defRPr sz="1025"/>
            </a:lvl5pPr>
            <a:lvl6pPr>
              <a:defRPr sz="1025"/>
            </a:lvl6pPr>
            <a:lvl7pPr>
              <a:defRPr sz="1025"/>
            </a:lvl7pPr>
            <a:lvl8pPr>
              <a:defRPr sz="1025"/>
            </a:lvl8pPr>
            <a:lvl9pPr>
              <a:defRPr sz="10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2360" y="3658130"/>
            <a:ext cx="1509422" cy="6777138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15"/>
            </a:lvl2pPr>
            <a:lvl3pPr marL="467995" indent="0">
              <a:buNone/>
              <a:defRPr sz="615"/>
            </a:lvl3pPr>
            <a:lvl4pPr marL="702310" indent="0">
              <a:buNone/>
              <a:defRPr sz="510"/>
            </a:lvl4pPr>
            <a:lvl5pPr marL="935990" indent="0">
              <a:buNone/>
              <a:defRPr sz="510"/>
            </a:lvl5pPr>
            <a:lvl6pPr marL="1170305" indent="0">
              <a:buNone/>
              <a:defRPr sz="510"/>
            </a:lvl6pPr>
            <a:lvl7pPr marL="1403985" indent="0">
              <a:buNone/>
              <a:defRPr sz="510"/>
            </a:lvl7pPr>
            <a:lvl8pPr marL="1638300" indent="0">
              <a:buNone/>
              <a:defRPr sz="510"/>
            </a:lvl8pPr>
            <a:lvl9pPr marL="1871980" indent="0">
              <a:buNone/>
              <a:defRPr sz="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2360" y="812918"/>
            <a:ext cx="1509422" cy="2845212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89610" y="1755677"/>
            <a:ext cx="2369250" cy="8665477"/>
          </a:xfrm>
        </p:spPr>
        <p:txBody>
          <a:bodyPr/>
          <a:lstStyle>
            <a:lvl1pPr marL="0" indent="0">
              <a:buNone/>
              <a:defRPr sz="1640"/>
            </a:lvl1pPr>
            <a:lvl2pPr marL="234315" indent="0">
              <a:buNone/>
              <a:defRPr sz="1435"/>
            </a:lvl2pPr>
            <a:lvl3pPr marL="467995" indent="0">
              <a:buNone/>
              <a:defRPr sz="1230"/>
            </a:lvl3pPr>
            <a:lvl4pPr marL="702310" indent="0">
              <a:buNone/>
              <a:defRPr sz="1025"/>
            </a:lvl4pPr>
            <a:lvl5pPr marL="935990" indent="0">
              <a:buNone/>
              <a:defRPr sz="1025"/>
            </a:lvl5pPr>
            <a:lvl6pPr marL="1170305" indent="0">
              <a:buNone/>
              <a:defRPr sz="1025"/>
            </a:lvl6pPr>
            <a:lvl7pPr marL="1403985" indent="0">
              <a:buNone/>
              <a:defRPr sz="1025"/>
            </a:lvl7pPr>
            <a:lvl8pPr marL="1638300" indent="0">
              <a:buNone/>
              <a:defRPr sz="1025"/>
            </a:lvl8pPr>
            <a:lvl9pPr marL="1871980" indent="0">
              <a:buNone/>
              <a:defRPr sz="102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2360" y="3658130"/>
            <a:ext cx="1509422" cy="6777138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15"/>
            </a:lvl2pPr>
            <a:lvl3pPr marL="467995" indent="0">
              <a:buNone/>
              <a:defRPr sz="615"/>
            </a:lvl3pPr>
            <a:lvl4pPr marL="702310" indent="0">
              <a:buNone/>
              <a:defRPr sz="510"/>
            </a:lvl4pPr>
            <a:lvl5pPr marL="935990" indent="0">
              <a:buNone/>
              <a:defRPr sz="510"/>
            </a:lvl5pPr>
            <a:lvl6pPr marL="1170305" indent="0">
              <a:buNone/>
              <a:defRPr sz="510"/>
            </a:lvl6pPr>
            <a:lvl7pPr marL="1403985" indent="0">
              <a:buNone/>
              <a:defRPr sz="510"/>
            </a:lvl7pPr>
            <a:lvl8pPr marL="1638300" indent="0">
              <a:buNone/>
              <a:defRPr sz="510"/>
            </a:lvl8pPr>
            <a:lvl9pPr marL="1871980" indent="0">
              <a:buNone/>
              <a:defRPr sz="51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349125" y="649205"/>
            <a:ext cx="1009125" cy="1033365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1750" y="649205"/>
            <a:ext cx="2968875" cy="1033365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21750" y="649205"/>
            <a:ext cx="4036500" cy="2356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1750" y="3246026"/>
            <a:ext cx="4036500" cy="77368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21750" y="11301815"/>
            <a:ext cx="10530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50250" y="11301815"/>
            <a:ext cx="15795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305250" y="11301815"/>
            <a:ext cx="1053000" cy="64920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1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67995" rtl="0" eaLnBrk="1" latinLnBrk="0" hangingPunct="1">
        <a:lnSpc>
          <a:spcPct val="90000"/>
        </a:lnSpc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6840" indent="-116840" algn="l" defTabSz="467995" rtl="0" eaLnBrk="1" latinLnBrk="0" hangingPunct="1">
        <a:lnSpc>
          <a:spcPct val="90000"/>
        </a:lnSpc>
        <a:spcBef>
          <a:spcPts val="510"/>
        </a:spcBef>
        <a:buFont typeface="Arial" panose="020B0604020202020204" pitchFamily="34" charset="0"/>
        <a:buChar char="•"/>
        <a:defRPr sz="1435" kern="1200">
          <a:solidFill>
            <a:schemeClr val="tx1"/>
          </a:solidFill>
          <a:latin typeface="+mn-lt"/>
          <a:ea typeface="+mn-ea"/>
          <a:cs typeface="+mn-cs"/>
        </a:defRPr>
      </a:lvl1pPr>
      <a:lvl2pPr marL="35115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2pPr>
      <a:lvl3pPr marL="58483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1025" kern="1200">
          <a:solidFill>
            <a:schemeClr val="tx1"/>
          </a:solidFill>
          <a:latin typeface="+mn-lt"/>
          <a:ea typeface="+mn-ea"/>
          <a:cs typeface="+mn-cs"/>
        </a:defRPr>
      </a:lvl3pPr>
      <a:lvl4pPr marL="81915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105283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28714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520825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75514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988820" indent="-116840" algn="l" defTabSz="467995" rtl="0" eaLnBrk="1" latinLnBrk="0" hangingPunct="1">
        <a:lnSpc>
          <a:spcPct val="90000"/>
        </a:lnSpc>
        <a:spcBef>
          <a:spcPts val="255"/>
        </a:spcBef>
        <a:buFont typeface="Arial" panose="020B0604020202020204" pitchFamily="34" charset="0"/>
        <a:buChar char="•"/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1pPr>
      <a:lvl2pPr marL="23431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2pPr>
      <a:lvl3pPr marL="46799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3pPr>
      <a:lvl4pPr marL="70231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4pPr>
      <a:lvl5pPr marL="93599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5pPr>
      <a:lvl6pPr marL="117030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6pPr>
      <a:lvl7pPr marL="1403985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7pPr>
      <a:lvl8pPr marL="163830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8pPr>
      <a:lvl9pPr marL="1871980" algn="l" defTabSz="467995" rtl="0" eaLnBrk="1" latinLnBrk="0" hangingPunct="1">
        <a:defRPr sz="9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1239957" y="84658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公式集</a:t>
            </a:r>
            <a:r>
              <a:rPr lang="en-US" altLang="zh-CN" sz="1400" b="1"/>
              <a:t>4Part5(1)</a:t>
            </a:r>
            <a:endParaRPr lang="en-US" altLang="zh-CN" sz="1400" b="1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245" y="514350"/>
            <a:ext cx="3681730" cy="31146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670" y="3752215"/>
            <a:ext cx="3609975" cy="420052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670" y="8218805"/>
            <a:ext cx="3829050" cy="342455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文本框 10"/>
          <p:cNvSpPr txBox="1"/>
          <p:nvPr/>
        </p:nvSpPr>
        <p:spPr>
          <a:xfrm>
            <a:off x="1301577" y="208766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 b="1"/>
              <a:t>公式集</a:t>
            </a:r>
            <a:r>
              <a:rPr lang="en-US" altLang="zh-CN" sz="1400" b="1"/>
              <a:t>4Part5(2)</a:t>
            </a:r>
            <a:endParaRPr lang="en-US" altLang="zh-CN" sz="1400" b="1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820" y="588010"/>
            <a:ext cx="3672205" cy="31578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820" y="3818255"/>
            <a:ext cx="3538855" cy="41624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35" y="8203565"/>
            <a:ext cx="3586480" cy="2790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WPS 演示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chaoqun wang</dc:creator>
  <cp:lastModifiedBy>Mercury</cp:lastModifiedBy>
  <cp:revision>16</cp:revision>
  <dcterms:created xsi:type="dcterms:W3CDTF">2023-08-09T12:44:00Z</dcterms:created>
  <dcterms:modified xsi:type="dcterms:W3CDTF">2026-05-22T13:51:40Z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A0744A42E75B4CBF9C0D2E672C748E6B_12</vt:lpwstr>
  </property>
</Properties>
</file>