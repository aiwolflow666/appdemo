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668680" y="522888"/>
            <a:ext cx="3204845" cy="31464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12Part5(1)</a:t>
            </a:r>
            <a:endParaRPr lang="en-US" altLang="zh-CN" sz="14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0" y="3800758"/>
            <a:ext cx="3429000" cy="4516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80" y="8603898"/>
            <a:ext cx="3376930" cy="3268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45" y="968023"/>
            <a:ext cx="3394075" cy="27666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301577" y="416411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12Part5(2)</a:t>
            </a:r>
            <a:endParaRPr lang="en-US" altLang="zh-CN" sz="1400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50" y="3734718"/>
            <a:ext cx="3321685" cy="37357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5" y="7550433"/>
            <a:ext cx="1562100" cy="660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160" y="7550433"/>
            <a:ext cx="1559560" cy="6013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30" y="8231788"/>
            <a:ext cx="1687830" cy="6527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520" y="8231788"/>
            <a:ext cx="1600200" cy="6318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80" y="8943623"/>
            <a:ext cx="1713865" cy="58039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6520" y="8943623"/>
            <a:ext cx="1707515" cy="65976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180" y="9524013"/>
            <a:ext cx="1690370" cy="7289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3815" y="9604023"/>
            <a:ext cx="1795780" cy="57721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330" y="10355228"/>
            <a:ext cx="2043430" cy="69913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580" y="11076588"/>
            <a:ext cx="2228850" cy="929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5</cp:revision>
  <dcterms:created xsi:type="dcterms:W3CDTF">2023-08-09T12:44:00Z</dcterms:created>
  <dcterms:modified xsi:type="dcterms:W3CDTF">2026-05-14T00:34:10Z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A0744A42E75B4CBF9C0D2E672C748E6B_12</vt:lpwstr>
  </property>
</Properties>
</file>