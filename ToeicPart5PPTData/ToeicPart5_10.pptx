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5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5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10Part5(1)</a:t>
            </a:r>
            <a:endParaRPr lang="en-US" altLang="zh-CN" sz="14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50" y="391160"/>
            <a:ext cx="3943985" cy="3495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3969385"/>
            <a:ext cx="3625215" cy="43287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8380730"/>
            <a:ext cx="3424555" cy="3519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301577" y="416411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10Part5(2)</a:t>
            </a:r>
            <a:endParaRPr lang="en-US" altLang="zh-CN" sz="1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5" y="759460"/>
            <a:ext cx="3996055" cy="30473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" y="3843020"/>
            <a:ext cx="3886200" cy="4689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" y="8621395"/>
            <a:ext cx="3719830" cy="3551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8</cp:revision>
  <dcterms:created xsi:type="dcterms:W3CDTF">2023-08-09T12:44:00Z</dcterms:created>
  <dcterms:modified xsi:type="dcterms:W3CDTF">2026-05-22T13:28:55Z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A0744A42E75B4CBF9C0D2E672C748E6B_12</vt:lpwstr>
  </property>
</Properties>
</file>